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840480"/>
            <a:ext cx="1828800" cy="1828800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 FOR PRODUCT &amp;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Git,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Demystified.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people who don't write code.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14721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74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374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6289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29580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 matters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0233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4114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44439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setup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0515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515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28616" y="14721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git concepts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25374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5374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6289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28616" y="29580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4023360"/>
            <a:ext cx="397764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40233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4114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8616" y="44439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Terminology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6459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people confuse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tracking changes to files over time so you can go back to earlier versions. Like 'undo' — but for your entire project, forever.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tool that implements version control. It runs on your computer. Free, open-source, and the industry standard.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/ GitLab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that host Git repositories online. Think of Git as the engine and GitHub/GitLab as the garage where everyone parks their car.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you use Git locally, and push your work to GitHub/GitLab to share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16459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familiar?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"final_FINAL_v3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i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use_this_one.psd"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is the cure.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file name chaos.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actually get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1051560"/>
            <a:ext cx="448056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051560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6128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history of every change, with who made it and when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448056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039112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4884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roll back any mistake instantly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026664"/>
            <a:ext cx="448056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3026664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3639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working on the same files without collisions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4014216"/>
            <a:ext cx="4480560" cy="822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4014216"/>
            <a:ext cx="54864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12394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— no more emailing files around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Basic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6459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3108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371600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Git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Git. One-time setup.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577340"/>
            <a:ext cx="1828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188720"/>
            <a:ext cx="1463040" cy="3108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1371600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github.com — free for most use cases.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577340"/>
            <a:ext cx="1828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188720"/>
            <a:ext cx="1463040" cy="3108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371600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a repo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5603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copy of the project to your machine.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577340"/>
            <a:ext cx="1828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188720"/>
            <a:ext cx="1463040" cy="3108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0176" y="1371600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changes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5603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using any design or text tool you like.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577340"/>
            <a:ext cx="1828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188720"/>
            <a:ext cx="1463040" cy="310896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1371600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&amp; push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25603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and upload it back to GitHub.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Git</a:t>
            </a:r>
            <a:endParaRPr lang="en-US" sz="6800" dirty="0"/>
          </a:p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Concepts.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6459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you'll hear every 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097280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(repo)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" y="1408176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for your entire project — all files plus the full history of every change ever made.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76856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76856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368296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2679192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in time. Think of it like a named checkpoint: "added hero image" or "fixed nav colours."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47872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639312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3950208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copy of the project where you can work independently without affecting everyone else.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6300" y="1005840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6300" y="1005840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4316" y="1097280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4316" y="1408176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changes from one branch back into the main codebase once they're reviewed and approved.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2276856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2276856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4316" y="2368296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Request (PR)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4316" y="2679192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request to merge your branch — where code review happens and teammates leave comments.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3547872"/>
            <a:ext cx="3909060" cy="1088136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3547872"/>
            <a:ext cx="54864" cy="10881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4316" y="3639312"/>
            <a:ext cx="3726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/ Pull /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4316" y="3950208"/>
            <a:ext cx="36896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= download a repo. Pull = get latest changes. Push = upload your commits to the server.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6459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feature branch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pattern used by product &amp; engineering teams: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8229600" cy="6400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16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2103120"/>
            <a:ext cx="64008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103120"/>
            <a:ext cx="36576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03120"/>
            <a:ext cx="64008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feature/my-new-thing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040380"/>
            <a:ext cx="320040" cy="320040"/>
          </a:xfrm>
          <a:prstGeom prst="ellipse">
            <a:avLst/>
          </a:prstGeom>
          <a:solidFill>
            <a:srgbClr val="8FA3B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3040380"/>
            <a:ext cx="320040" cy="320040"/>
          </a:xfrm>
          <a:prstGeom prst="ellipse">
            <a:avLst/>
          </a:prstGeom>
          <a:solidFill>
            <a:srgbClr val="8FA3B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40380"/>
            <a:ext cx="320040" cy="320040"/>
          </a:xfrm>
          <a:prstGeom prst="ellipse">
            <a:avLst/>
          </a:prstGeom>
          <a:solidFill>
            <a:srgbClr val="8FA3B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3040380"/>
            <a:ext cx="320040" cy="320040"/>
          </a:xfrm>
          <a:prstGeom prst="ellipse">
            <a:avLst/>
          </a:prstGeom>
          <a:solidFill>
            <a:srgbClr val="8FA3B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943100"/>
            <a:ext cx="320040" cy="32004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943100"/>
            <a:ext cx="320040" cy="32004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branch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 from 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you 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840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840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main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next?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51760" cy="27432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2677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Atlassian Git Tutorials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76148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beginner-to-advanced guide on the web. Start with "What is Git" and work forward.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44348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atlassian.com/git/tutorials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651760" cy="27432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10312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2677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Desktop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276148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app that lets you use Git without the command line — great for designers.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44348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desktop.github.com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51760" cy="2743200"/>
          </a:xfrm>
          <a:prstGeom prst="rect">
            <a:avLst/>
          </a:prstGeom>
          <a:solidFill>
            <a:srgbClr val="152436"/>
          </a:solidFill>
          <a:ln w="12700">
            <a:solidFill>
              <a:srgbClr val="152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03120"/>
            <a:ext cx="265176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2677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Git Branching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76148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Git lessons in the browser. No installation needed — learn in 15 minutes.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44348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learngitbranching.js.org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for Product &amp; Design</dc:title>
  <dc:subject>PptxGenJS Presentation</dc:subject>
  <dc:creator>Cam</dc:creator>
  <cp:lastModifiedBy>Cam</cp:lastModifiedBy>
  <cp:revision>1</cp:revision>
  <dcterms:created xsi:type="dcterms:W3CDTF">2026-06-12T09:28:29Z</dcterms:created>
  <dcterms:modified xsi:type="dcterms:W3CDTF">2026-06-12T09:28:29Z</dcterms:modified>
</cp:coreProperties>
</file>